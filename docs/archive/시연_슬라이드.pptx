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06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셋째 장 — 디스코드 봇 메인 앱과 피드백/교통 보조 모듈의 실용적 설계.
- 디스코드 봇은 sLLM 11라벨 분류(키워드 X), 3분 전 프리페치 캐싱으로 LLM 지연 숨기기, 버튼으로 LLM 호출 절약, defer 패턴이 핵심.
- 피드백은 라벨 평균(+2.5/0/-2.5°C)으로 회귀 대신 단순화 — 표본 적을 땐 회귀보다 평균이 신뢰성 높다는 의도적 판단.
- save_last_weather로 발송 시점 날씨 저장 — 없으면 record_feedback False 반환해 모순 상태 방지.
- traffic은 geocode 통일 재사용, 환경변수 없으면 즉시 KeyError, 경로 없으면 None+error 명시적 반환.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2" name="Text"/>
          <p:cNvSpPr txBox="1"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kern="0" spc="6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DEMO · 실제 동작 화면</a:t>
            </a:r>
            <a:endParaRPr lang="en-US" sz="800" dirty="0"/>
          </a:p>
        </p:txBody>
      </p:sp>
      <p:sp>
        <p:nvSpPr>
          <p:cNvPr id="103" name="Text"/>
          <p:cNvSpPr txBox="1"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800" kern="0" spc="2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Live</a:t>
            </a:r>
            <a:endParaRPr lang="en-US" sz="800" dirty="0"/>
          </a:p>
        </p:txBody>
      </p:sp>
      <p:sp>
        <p:nvSpPr>
          <p:cNvPr id="104" name="Text"/>
          <p:cNvSpPr txBox="1"/>
          <p:nvPr/>
        </p:nvSpPr>
        <p:spPr>
          <a:xfrm>
            <a:off x="514350" y="871538"/>
            <a:ext cx="8115300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575" b="1" kern="0" spc="-1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시연 — 출근 비서가 실제로 이렇게 동작합니다</a:t>
            </a:r>
            <a:endParaRPr lang="en-US" sz="800" dirty="0"/>
          </a:p>
        </p:txBody>
      </p:sp>
      <p:sp>
        <p:nvSpPr>
          <p:cNvPr id="105" name="Text"/>
          <p:cNvSpPr txBox="1"/>
          <p:nvPr/>
        </p:nvSpPr>
        <p:spPr>
          <a:xfrm>
            <a:off x="514350" y="1130052"/>
            <a:ext cx="8115300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Discord 아침 브리핑 봇 (자동 발송) · 웹 대시보드 (</a:t>
            </a:r>
            <a:r>
              <a:rPr lang="en-US" sz="700" kern="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Streamlit</a:t>
            </a: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모델 비교/예측)</a:t>
            </a:r>
            <a:endParaRPr lang="en-US" sz="800" dirty="0"/>
          </a:p>
        </p:txBody>
      </p:sp>
      <p:sp>
        <p:nvSpPr>
          <p:cNvPr id="106" name="Shape"/>
          <p:cNvSpPr/>
          <p:nvPr/>
        </p:nvSpPr>
        <p:spPr>
          <a:xfrm>
            <a:off x="514350" y="1420000"/>
            <a:ext cx="3982650" cy="163995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Shape"/>
          <p:cNvSpPr/>
          <p:nvPr/>
        </p:nvSpPr>
        <p:spPr>
          <a:xfrm>
            <a:off x="514350" y="1420000"/>
            <a:ext cx="3982650" cy="260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Shape"/>
          <p:cNvSpPr/>
          <p:nvPr/>
        </p:nvSpPr>
        <p:spPr>
          <a:xfrm>
            <a:off x="584350" y="1515000"/>
            <a:ext cx="70000" cy="70000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Shape"/>
          <p:cNvSpPr/>
          <p:nvPr/>
        </p:nvSpPr>
        <p:spPr>
          <a:xfrm>
            <a:off x="679350" y="1515000"/>
            <a:ext cx="70000" cy="70000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Shape"/>
          <p:cNvSpPr/>
          <p:nvPr/>
        </p:nvSpPr>
        <p:spPr>
          <a:xfrm>
            <a:off x="774350" y="1515000"/>
            <a:ext cx="70000" cy="70000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"/>
          <p:cNvSpPr txBox="1"/>
          <p:nvPr/>
        </p:nvSpPr>
        <p:spPr>
          <a:xfrm>
            <a:off x="894350" y="1490000"/>
            <a:ext cx="35626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kern="0" spc="1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DISCORD · #출근-비서</a:t>
            </a:r>
            <a:endParaRPr lang="en-US" sz="800" dirty="0"/>
          </a:p>
        </p:txBody>
      </p:sp>
      <p:pic>
        <p:nvPicPr>
          <p:cNvPr id="112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0" y="1740000"/>
            <a:ext cx="3862650" cy="1259959"/>
          </a:xfrm>
          <a:prstGeom prst="rect">
            <a:avLst/>
          </a:prstGeom>
          <a:ln w="7144">
            <a:solidFill>
              <a:srgbClr val="E2E8F0"/>
            </a:solidFill>
          </a:ln>
        </p:spPr>
      </p:pic>
      <p:sp>
        <p:nvSpPr>
          <p:cNvPr id="113" name="Text"/>
          <p:cNvSpPr txBox="1"/>
          <p:nvPr/>
        </p:nvSpPr>
        <p:spPr>
          <a:xfrm>
            <a:off x="514350" y="3149959"/>
            <a:ext cx="398265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21:49 자동 발송 · 반응 버튼으로 체감 피드백 수집 → 다음날 보정에 반영</a:t>
            </a:r>
            <a:endParaRPr lang="en-US" sz="800" dirty="0"/>
          </a:p>
        </p:txBody>
      </p:sp>
      <p:sp>
        <p:nvSpPr>
          <p:cNvPr id="114" name="Shape"/>
          <p:cNvSpPr/>
          <p:nvPr/>
        </p:nvSpPr>
        <p:spPr>
          <a:xfrm>
            <a:off x="4647000" y="1420000"/>
            <a:ext cx="3982650" cy="25311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Shape"/>
          <p:cNvSpPr/>
          <p:nvPr/>
        </p:nvSpPr>
        <p:spPr>
          <a:xfrm>
            <a:off x="4647000" y="1420000"/>
            <a:ext cx="3982650" cy="260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Shape"/>
          <p:cNvSpPr/>
          <p:nvPr/>
        </p:nvSpPr>
        <p:spPr>
          <a:xfrm>
            <a:off x="4717000" y="1515000"/>
            <a:ext cx="70000" cy="70000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Shape"/>
          <p:cNvSpPr/>
          <p:nvPr/>
        </p:nvSpPr>
        <p:spPr>
          <a:xfrm>
            <a:off x="4812000" y="1515000"/>
            <a:ext cx="70000" cy="70000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Shape"/>
          <p:cNvSpPr/>
          <p:nvPr/>
        </p:nvSpPr>
        <p:spPr>
          <a:xfrm>
            <a:off x="4907000" y="1515000"/>
            <a:ext cx="70000" cy="70000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"/>
          <p:cNvSpPr txBox="1"/>
          <p:nvPr/>
        </p:nvSpPr>
        <p:spPr>
          <a:xfrm>
            <a:off x="5027000" y="1490000"/>
            <a:ext cx="35626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kern="0" spc="1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웹 대시보드 · STREAMLIT</a:t>
            </a:r>
            <a:endParaRPr lang="en-US" sz="800" dirty="0"/>
          </a:p>
        </p:txBody>
      </p:sp>
      <p:pic>
        <p:nvPicPr>
          <p:cNvPr id="120" name="Pi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00" y="1740000"/>
            <a:ext cx="3862650" cy="2151130"/>
          </a:xfrm>
          <a:prstGeom prst="rect">
            <a:avLst/>
          </a:prstGeom>
          <a:ln w="7144">
            <a:solidFill>
              <a:srgbClr val="E2E8F0"/>
            </a:solidFill>
          </a:ln>
        </p:spPr>
      </p:pic>
      <p:sp>
        <p:nvSpPr>
          <p:cNvPr id="121" name="Text"/>
          <p:cNvSpPr txBox="1"/>
          <p:nvPr/>
        </p:nvSpPr>
        <p:spPr>
          <a:xfrm>
            <a:off x="4647000" y="4041130"/>
            <a:ext cx="398265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ML 3종 모델 성능을 실시간 비교하고 내일 예보를 즉시 확인</a:t>
            </a:r>
            <a:endParaRPr lang="en-US" sz="800" dirty="0"/>
          </a:p>
        </p:txBody>
      </p:sp>
      <p:sp>
        <p:nvSpPr>
          <p:cNvPr id="122" name="Shape"/>
          <p:cNvSpPr/>
          <p:nvPr/>
        </p:nvSpPr>
        <p:spPr>
          <a:xfrm>
            <a:off x="514350" y="424113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3" name="Shape"/>
          <p:cNvSpPr/>
          <p:nvPr/>
        </p:nvSpPr>
        <p:spPr>
          <a:xfrm>
            <a:off x="514350" y="4259130"/>
            <a:ext cx="28575" cy="28575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"/>
          <p:cNvSpPr txBox="1"/>
          <p:nvPr/>
        </p:nvSpPr>
        <p:spPr>
          <a:xfrm>
            <a:off x="560000" y="4251130"/>
            <a:ext cx="80696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◆ 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 → </a:t>
            </a:r>
            <a:r>
              <a:rPr lang="en-US" sz="800" b="1" kern="0" dirty="0" err="1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자연어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ko-KR" alt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키워드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브리핑 → Discord 알림</a:t>
            </a:r>
            <a:r>
              <a:rPr lang="en-US" sz="80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까지 하나의 파이프라인으로 자동화, 웹 대시보드로 모델 성능도 바로 확인.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</Words>
  <Application>Microsoft Office PowerPoint</Application>
  <PresentationFormat>화면 슬라이드 쇼(16:9)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Arial Narrow</vt:lpstr>
      <vt:lpstr>Calibri</vt:lpstr>
      <vt:lpstr>Courier New</vt:lpstr>
      <vt:lpstr>Segoe UI Symbol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YEONGSEOK OH</cp:lastModifiedBy>
  <cp:revision>2</cp:revision>
  <dcterms:created xsi:type="dcterms:W3CDTF">2026-07-05T08:56:16Z</dcterms:created>
  <dcterms:modified xsi:type="dcterms:W3CDTF">2026-07-06T14:24:36Z</dcterms:modified>
</cp:coreProperties>
</file>